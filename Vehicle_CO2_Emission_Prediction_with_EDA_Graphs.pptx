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42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2103120"/>
            <a:ext cx="8686800" cy="1463040"/>
          </a:xfrm>
          <a:prstGeom prst="rect">
            <a:avLst/>
          </a:prstGeom>
          <a:solidFill>
            <a:srgbClr val="E9F1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CO₂ Emission Prediction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Elastic Net Regression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217920" y="4663440"/>
            <a:ext cx="5394960" cy="914400"/>
          </a:xfrm>
          <a:prstGeom prst="rect">
            <a:avLst/>
          </a:prstGeom>
          <a:solidFill>
            <a:srgbClr val="E9F1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40080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Bheeshma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2520030528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3385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vehicle’s CO₂ emissions depend on technical factors such as engine size, number of cylinders, fuel type and fuel consumption rate.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this by hand is hard, time-consuming and often inaccurate, especially when many factors interact together.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Machine Learning to learn patterns directly from real vehicle data and predict CO₂ emissions accurately and consistently.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used: Elastic Net Regression, which combines Ridge (L2) and Lasso (L1) penalties to handle correlated features and reduce overfitting.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3385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emissions depend on multiple interacting factors — engine size, fuel type, transmission and fuel consumption — making the relationship complex.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hard to estimate emissions manually using so many factors together, and manual methods do not scale well to thousands of vehicles.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10515600" cy="1463040"/>
          </a:xfrm>
          <a:prstGeom prst="rect">
            <a:avLst/>
          </a:prstGeom>
          <a:solidFill>
            <a:srgbClr val="E9F1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85800" y="3200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model that predicts a vehicle’s CO₂ emissions (g/km) from its features, giving reliable estimates without physical emission testing.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3385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 real-world vehicle dataset containing technical specifications and emission values.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the data by handling missing values, duplicates and irrelevant columns.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Elastic Net Regression model that balances Ridge and Lasso regularization for stable, generalizable predictions.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model accuracy using MAE, RMSE and R² to see how closely predictions match actual emissions.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CO₂ emissions (g/km) for any vehicle based on its engine, fuel and transmission characteristics.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3385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Vehicle CO₂ Emission Dataset, compiled from real vehicle specification and emissions records.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0515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7,385 rows and 12 columns, giving a reasonably large sample for training and testing.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Engine Size, Cylinders, Fuel Type, Fuel Consumption (city, highway, combined), Transmission and Vehicle Class.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CO₂ Emissions (g/km) — a continuous number, which makes this a Regression problem rather than classification.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 Load Dataset &amp; Import Libraries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3385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</a:rPr>
              <a:t>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219456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85800" y="14630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ElasticNet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371600"/>
          <a:ext cx="557784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and manipulate the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calculations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graphs and visualizations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Seaborn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statistical visualizations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Elastic Net Regression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Loading the 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3385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</a:rPr>
              <a:t>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Loading the Dataset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120640" cy="82296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85800" y="1600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google.colab import files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 = files.upload()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Display the Dataset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120640" cy="54864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8580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0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</a:rPr>
              <a:t>This displays the first 5 rows of the dataset.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1430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Check Dataset Size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5577840" cy="82296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172200" y="16002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print("Rows:", df.shape[0])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print("Columns:", df.shape[1])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4231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Rows: 7,385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Columns: 12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1089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Check Column Names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3474720"/>
            <a:ext cx="5577840" cy="54864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172200" y="3566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print(df.columns.tolist())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 Data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3385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Check Statistical Summary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120640" cy="54864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8580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Quartiles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1430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Check Missing &amp; Duplicate Values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508760"/>
            <a:ext cx="5577840" cy="82296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172200" y="16002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df.duplicated().sum()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5146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Understand the Target Variable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2880360"/>
            <a:ext cx="5577840" cy="54864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172200" y="2971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df["CO2 Emissions"].describe()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5661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</a:rPr>
              <a:t>Since CO₂ Emissions is continuous, we review its distribution — range, spread and skewness — rather than class counts, to understand the target before modeling.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  Data Cleaning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3385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</a:rPr>
              <a:t>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Remove Irrelevant Columns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03520" cy="118872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85800" y="16002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columns_to_drop = 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"Make",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"Model"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</a:rPr>
              <a:t>Make and Model are identifiers rather than measurable properties, so they don’t provide useful predictive information for CO₂ emission prediction.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Encoding &amp; Scaling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486400" cy="173736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263640" y="16002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pd.get_dummies(df, columns=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["Fuel Type","Vehicle Class","Transmission"])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df[num_cols] = scaler.fit_transform(df[num_cols])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33375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</a:rPr>
              <a:t>Categorical features (Fuel Type, Vehicle Class, Transmission) are One-Hot Encoded to avoid implying false ordinal relationships; numerical features are standardized with StandardScaler so all features contribute on the same scale.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  EDA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3385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</a:rPr>
              <a:t>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29978" y="1143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</a:rPr>
              <a:t>To understand the distribution of CO₂ Emissions.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03520" cy="137160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plt.figure(figsize=(6,4))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sns.histplot(data=df, x="CO2 Emissions")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plt.title("CO2 Emissions Distribution")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</a:rPr>
              <a:t>CO₂ Emissions vs Fuel Type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5486400" cy="1463040"/>
          </a:xfrm>
          <a:prstGeom prst="rect">
            <a:avLst/>
          </a:prstGeom>
          <a:solidFill>
            <a:srgbClr val="F2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plt.figure(figsize=(8,5))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sns.boxplot(data=df, x="Fuel Type", y="CO2 Emissions")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plt.title("Emissions by Fuel Type")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004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size and cylinders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type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consumption patterns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80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</a:rPr>
              <a:t>We analyze whether CO₂ emissions differ based on:</a:t>
            </a:r>
            <a:endParaRPr lang="en-US" sz="1300" dirty="0"/>
          </a:p>
        </p:txBody>
      </p:sp>
      <p:pic>
        <p:nvPicPr>
          <p:cNvPr id="13" name="Picture 12" descr="eda_co2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003" y="4709160"/>
            <a:ext cx="3794760" cy="1965960"/>
          </a:xfrm>
          <a:prstGeom prst="rect">
            <a:avLst/>
          </a:prstGeom>
        </p:spPr>
      </p:pic>
      <p:pic>
        <p:nvPicPr>
          <p:cNvPr id="14" name="Picture 13" descr="eda_engine_c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31" y="4732020"/>
            <a:ext cx="3794760" cy="1965960"/>
          </a:xfrm>
          <a:prstGeom prst="rect">
            <a:avLst/>
          </a:prstGeom>
        </p:spPr>
      </p:pic>
      <p:pic>
        <p:nvPicPr>
          <p:cNvPr id="15" name="Picture 14" descr="eda_fuel_c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209" y="4617720"/>
            <a:ext cx="3794760" cy="1965960"/>
          </a:xfrm>
          <a:prstGeom prst="rect">
            <a:avLst/>
          </a:prstGeom>
        </p:spPr>
      </p:pic>
      <p:pic>
        <p:nvPicPr>
          <p:cNvPr id="16" name="Picture 15" descr="eda_fuel_ty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5427" y="3091017"/>
            <a:ext cx="3246277" cy="16818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Model, Evaluation &amp; Correlation Heatmap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3385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864"/>
                </a:solidFill>
              </a:rPr>
              <a:t>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Correlation Heatmap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03520" cy="14630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numeric_cols = df.select_dtypes(include=np.number).columns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correlation = df[numeric_cols].corr()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sns.heatmap(correlation, annot=True, cmap="coolwarm")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</a:rPr>
              <a:t>Studies relationships among Engine Size, Fuel Consumption and CO₂ Emissions.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</a:rPr>
              <a:t>Elastic Net Regression — Evaluation Results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554480"/>
          <a:ext cx="5486400" cy="1463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126480" y="3154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</a:rPr>
              <a:t>Trained on 80% / tested on 20% of the data (5,908 train, 1,477 test records).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E9F1FC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940</Words>
  <Application>Microsoft Office PowerPoint</Application>
  <PresentationFormat>Widescreen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SINGAMSETTY BHEESHMA</cp:lastModifiedBy>
  <cp:revision>3</cp:revision>
  <dcterms:created xsi:type="dcterms:W3CDTF">2026-09-23T04:49:25Z</dcterms:created>
  <dcterms:modified xsi:type="dcterms:W3CDTF">2026-09-24T08:19:45Z</dcterms:modified>
</cp:coreProperties>
</file>